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73152"/>
          </a:xfrm>
          <a:prstGeom prst="rect">
            <a:avLst/>
          </a:prstGeom>
          <a:solidFill>
            <a:srgbClr val="225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2D4E"/>
                </a:solidFill>
                <a:latin typeface="Microsoft YaHei"/>
              </a:rPr>
              <a:t>EATI 思路迁移到 VANET/IoV 的可行性调研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011680"/>
            <a:ext cx="107899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225DA8"/>
                </a:solidFill>
                <a:latin typeface="Microsoft YaHei"/>
              </a:rPr>
              <a:t>补充：推荐密码学算法栈（面向弱硬件、实时撤销与条件追责）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4343400"/>
            <a:ext cx="10789920" cy="1234440"/>
          </a:xfrm>
          <a:prstGeom prst="roundRect">
            <a:avLst/>
          </a:prstGeom>
          <a:solidFill>
            <a:srgbClr val="F5F8FC"/>
          </a:solidFill>
          <a:ln>
            <a:solidFill>
              <a:srgbClr val="D6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572000"/>
            <a:ext cx="101498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1D7A57"/>
                </a:solidFill>
                <a:latin typeface="Microsoft YaHei"/>
              </a:rPr>
              <a:t>推荐算法栈：ECDSA/ECDH P-256 + SHA-256 + AES-GCM + Merkle 透明日志 + 门限解匿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417320"/>
            <a:ext cx="1074420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结论：可以移植，但应改造成“VPKI + 边缘分发 + 条件追责 + 轻量透明日志”的车联网版本。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新增重点：明确推荐的密码学算法，而不是只给架构原则。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65392"/>
            <a:ext cx="10789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C6770"/>
                </a:solidFill>
                <a:latin typeface="Microsoft YaHei"/>
              </a:rPr>
              <a:t>资料来源见末页：BSI TR-03164 / ETSI / SCMS 公开材料 / Vanetza / Tesei 2020 / Muhammad &amp; Safdar 2021 / Singh et al. 2021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547104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225DA8"/>
                </a:solidFill>
                <a:latin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73152"/>
          </a:xfrm>
          <a:prstGeom prst="rect">
            <a:avLst/>
          </a:prstGeom>
          <a:solidFill>
            <a:srgbClr val="1D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2D4E"/>
                </a:solidFill>
                <a:latin typeface="Microsoft YaHei"/>
              </a:rPr>
              <a:t>1. 你的问题，拆成两个工程目标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17320"/>
            <a:ext cx="1074420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目标 A：在大规模车辆场景下，做到“更实时”的撤销，同时尽量降低 OBU 的通信与存储负担。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目标 B：对恶意车辆保留事后追责能力，但不能把平时匿名通信直接做成“随时可监控”。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关键判断：这两个目标并不冲突；主流 VANET/V2X 架构本来就是围绕“条件匿名 + 分权追责”来设计的。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因此更合理的方向不是照搬 Agent 身份体系，而是把 EATI 的“可信身份、审计、可追溯”思想映射到 VPKI/SCMS。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789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C6770"/>
                </a:solidFill>
                <a:latin typeface="Microsoft YaHei"/>
              </a:rPr>
              <a:t>BSI TR-03164 Part 1/2 (2021); Tim Weil, VPKI Hits the Highway (2017)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47104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225DA8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73152"/>
          </a:xfrm>
          <a:prstGeom prst="rect">
            <a:avLst/>
          </a:prstGeom>
          <a:solidFill>
            <a:srgbClr val="225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2D4E"/>
                </a:solidFill>
                <a:latin typeface="Microsoft YaHei"/>
              </a:rPr>
              <a:t>2. 现有真实进展：标准、试点、开源、论文已经形成基础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17320"/>
            <a:ext cx="1074420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标准层：BSI TR-03164 Part 1/2 基于 ETSI TS 102 941 / 103 097，已经把 EC、AT、CRL、CTL、pseudonymisation、secure element 等流程写清楚。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试点层：US DOT Connected Vehicle Pilot 的公开材料显示，SCMS / VPKI 已进入 NYC、WYDOT、THEA 等真实部署试点。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开源层：Vanetza 已实现 ETSI C-ITS secured messages 与证书校验，但把 revocation checks、enrolment、ticket request 仍列为缺失/复杂能力。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研究层：撤销实时性、误报处置、跨域追责与隐私边界，仍是持续活跃的研究议题。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789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C6770"/>
                </a:solidFill>
                <a:latin typeface="Microsoft YaHei"/>
              </a:rPr>
              <a:t>BSI TR-03164 Part 1/2 (2021); Vanetza security README; Tim Weil (2017)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47104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225DA8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73152"/>
          </a:xfrm>
          <a:prstGeom prst="rect">
            <a:avLst/>
          </a:prstGeom>
          <a:solidFill>
            <a:srgbClr val="1D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2D4E"/>
                </a:solidFill>
                <a:latin typeface="Microsoft YaHei"/>
              </a:rPr>
              <a:t>3. 为什么“实时撤销”在 VANET 里一直难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17320"/>
            <a:ext cx="1074420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车端约束：OBU/TCU 算力、内存和在线时长有限，不适合频繁拉取全量撤销列表。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通信特性：V2V 安全消息是高频广播、邻居快速变化、很多场景没有预先安全关联。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业务约束：安全应用要求低时延；安全机制不能显著增加消息处理延迟。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工程现实：已有研究指出，工业标准对“及时撤销”覆盖不够，常见兜底仍是短期证书到期失效（revocation by expiry）。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789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C6770"/>
                </a:solidFill>
                <a:latin typeface="Microsoft YaHei"/>
              </a:rPr>
              <a:t>Muhammad &amp; Safdar, Array 2021; Tesei et al., 2020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47104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225DA8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73152"/>
          </a:xfrm>
          <a:prstGeom prst="rect">
            <a:avLst/>
          </a:prstGeom>
          <a:solidFill>
            <a:srgbClr val="225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2D4E"/>
                </a:solidFill>
                <a:latin typeface="Microsoft YaHei"/>
              </a:rPr>
              <a:t>4. 当前主流可借鉴做法：VPKI / SCMS 的“条件匿名”路线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17320"/>
            <a:ext cx="1074420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长期身份（Enrollment Credential）与短期伪名凭证（Authorization Ticket / pseudonym certificate）分离。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Enrollment Authority、Authorization Authority、Root / Misbehavior 等角色分权，避免任何单点机构既能签发又能随意解匿。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日常消息只暴露短期伪名，外部观察者难以直接关联真实身份。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只有在事故调查、执法或仲裁触发时，才按程序做条件解匿和证据提取。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789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C6770"/>
                </a:solidFill>
                <a:latin typeface="Microsoft YaHei"/>
              </a:rPr>
              <a:t>BSI TR-03164 Part 1/2 (2021); Tim Weil (2017)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47104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225DA8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73152"/>
          </a:xfrm>
          <a:prstGeom prst="rect">
            <a:avLst/>
          </a:prstGeom>
          <a:solidFill>
            <a:srgbClr val="1D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2D4E"/>
                </a:solidFill>
                <a:latin typeface="Microsoft YaHei"/>
              </a:rPr>
              <a:t>5. 研究热点：如何把撤销做轻，而不是把 OBU 做重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17320"/>
            <a:ext cx="1074420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短期证书 + 到期失效：最稳妥的基线，降低长期泄露影响，但“足够实时”仍依赖补充撤销机制。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增量 / 区域化 / 时间片化 CRL：只给车辆下发当前区域、当前时间窗、当前批次需要的撤销信息。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摘要化索引：让 OBU 先做“命中摘要否”的廉价判断，再向 RSU/MEC 补查全量详情。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透明日志 / DLT：更适合做 revocation transparency 和审计留痕，不适合做逐包消息共识。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AI/ML：适合做 misbehavior detection 和告警排序，但不应直接替代权威撤销裁决。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789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C6770"/>
                </a:solidFill>
                <a:latin typeface="Microsoft YaHei"/>
              </a:rPr>
              <a:t>Tesei et al., 2020; Singh et al., 2021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47104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225DA8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73152"/>
          </a:xfrm>
          <a:prstGeom prst="rect">
            <a:avLst/>
          </a:prstGeom>
          <a:solidFill>
            <a:srgbClr val="225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2D4E"/>
                </a:solidFill>
                <a:latin typeface="Microsoft YaHei"/>
              </a:rPr>
              <a:t>6. 可行性判断：这个思路能移植，但要“换载体、不换目标”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17320"/>
            <a:ext cx="1074420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可移植的目标：可信身份、可验证撤销、可审计追责、平台不能单点滥权。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需要替换的载体：把 EATI 的 Agent 身份映射为车辆/设备注册身份 + 短期伪名证书，而不是长期暴露驾驶人身份。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需要下沉的能力：把重计算、全量撤销同步、跨域校验尽量放到 RSU / MEC / 后台 PKI。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不建议的做法：把区块链放到每条 V2V 消息路径，或让 OBU 持有/校验全网全量 CRL。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789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C6770"/>
                </a:solidFill>
                <a:latin typeface="Microsoft YaHei"/>
              </a:rPr>
              <a:t>综合判断：BSI/ETSI/SCMS 现状 + Vanetza 工程现状 + 2020~2021 研究文献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47104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225DA8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73152"/>
          </a:xfrm>
          <a:prstGeom prst="rect">
            <a:avLst/>
          </a:prstGeom>
          <a:solidFill>
            <a:srgbClr val="1D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2D4E"/>
                </a:solidFill>
                <a:latin typeface="Microsoft YaHei"/>
              </a:rPr>
              <a:t>7. 建议的 EATI → VANET 架构映射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17320"/>
            <a:ext cx="1074420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身份层：EAID/Agent 绑定 → 车辆/OBU/T-Box 的 Enrollment Credential；必要时叠加车队/政企 VC。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通信层：X.509 证书 → EC + 短期 AT；OBU 用伪名签消息，RSU/MEC 协助做撤销增量同步。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证据层：黑匣子审计 → T-Box 本地签名日志；只把 hash / receipt / case ID 写入透明日志。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监管层：平台单点追溯 → OEM / CA / 监管三方或双授权解匿，保留程序留痕。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可信硬件：车端优先 secure element / HSM，TEE 可先放在 RSU / MEC 侧而非强推到所有 OBU。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789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C6770"/>
                </a:solidFill>
                <a:latin typeface="Microsoft YaHei"/>
              </a:rPr>
              <a:t>BSI TR-03164 Part 2 对 pseudonymisation / secure elements 有直接要求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47104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225DA8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73152"/>
          </a:xfrm>
          <a:prstGeom prst="rect">
            <a:avLst/>
          </a:prstGeom>
          <a:solidFill>
            <a:srgbClr val="225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2D4E"/>
                </a:solidFill>
                <a:latin typeface="Microsoft YaHei"/>
              </a:rPr>
              <a:t>8. 推荐密码学算法：先给结论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17320"/>
            <a:ext cx="1074420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消息签名：首选 ECDSA P-256 + SHA-256，而不是把当前 SDK 的 RSA-2048 直接搬到 VANET 消息面。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密钥协商：需要保密信道时，用 ECDH P-256；OBU ↔ RSU/MEC 管理面再配 AES-128-GCM。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摘要与日志：统一走 SHA-256；透明日志和撤销版本链优先采用 Merkle Tree。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条件解匿：身份映射不要由单机构独占，优先 2-of-3 门限密钥或 Shamir Secret Sharing。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一句话组合：ECDSA P-256 + ECDH P-256 + SHA-256 + AES-128-GCM + Merkle 透明日志 + 门限解匿。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789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C6770"/>
                </a:solidFill>
                <a:latin typeface="Microsoft YaHei"/>
              </a:rPr>
              <a:t>推荐原则：标准兼容优先、车端轻量优先、监管分权优先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47104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225DA8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73152"/>
          </a:xfrm>
          <a:prstGeom prst="rect">
            <a:avLst/>
          </a:prstGeom>
          <a:solidFill>
            <a:srgbClr val="1D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2D4E"/>
                </a:solidFill>
                <a:latin typeface="Microsoft YaHei"/>
              </a:rPr>
              <a:t>9. 为什么这套算法最合适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17320"/>
            <a:ext cx="1074420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ECC 比 RSA 更适合高频广播和密集验签场景：证书/签名更短，车端负担更低。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P-256 / SHA-256 是当前最现实的标准化和工程兼容基线，便于对接现有 VPKI / SCMS / 车规硬件。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AES-128-GCM 足够满足实时管理面保密需求；后台长期归档可再上 AES-256-GCM。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Ed25519、BLS、PQC 都有吸引力，但在第一阶段会拉高兼容性、实现复杂度或硬件门槛。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第一版先把“可部署、可互通、可审计”跑通，比追求最前沿密码原语更重要。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789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C6770"/>
                </a:solidFill>
                <a:latin typeface="Microsoft YaHei"/>
              </a:rPr>
              <a:t>工程优先级：先稳妥落地，再考虑更激进的算法优化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47104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225DA8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73152"/>
          </a:xfrm>
          <a:prstGeom prst="rect">
            <a:avLst/>
          </a:prstGeom>
          <a:solidFill>
            <a:srgbClr val="225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2D4E"/>
                </a:solidFill>
                <a:latin typeface="Microsoft YaHei"/>
              </a:rPr>
              <a:t>10. 面向弱硬件的实现建议：三层协同，而不是 OBU 单扛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17320"/>
            <a:ext cx="1074420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车端 OBU：缓存活跃伪名与最近撤销摘要，只做“过期检查 → 摘要命中检查 → 必要时补查”。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路侧 RSU / MEC：按区域/时间/批次广播撤销增量，提供全量明细与证明材料，吸收重通信与重计算。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后台 PKI / 监管：输出权威撤销事件、版本链和审计记录，负责误报处置与条件解匿。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结果：把低时延判断留在本地，把全局一致性和重负载交给边缘与后台。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789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C6770"/>
                </a:solidFill>
                <a:latin typeface="Microsoft YaHei"/>
              </a:rPr>
              <a:t>适用于 DSRC / ITS-G5 / C-V2X 场景；5G-V2V 仍需要上层 ITS 安全机制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47104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225DA8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73152"/>
          </a:xfrm>
          <a:prstGeom prst="rect">
            <a:avLst/>
          </a:prstGeom>
          <a:solidFill>
            <a:srgbClr val="1D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2D4E"/>
                </a:solidFill>
                <a:latin typeface="Microsoft YaHei"/>
              </a:rPr>
              <a:t>11. 分阶段落地路线图（建议先从封闭/半封闭场景起步）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17320"/>
            <a:ext cx="1074420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Phase 0（PoC）：基于 IEEE 1609.2 或 ETSI 102 941/103 097 跑通证书签发、增量撤销、补查、解匿闭环。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Phase 1（边缘化）：CRL 切成区域 + 时间 + 批次三维差分，OBU 只保留当前窗口摘要。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Phase 2（追责闭环）：关键事件进入本地签名审计日志，透明日志只记录摘要；调查时再生成证据包。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Phase 3（智能化）：AI/规则引擎只负责发现高风险行为，不直接下撤销决定。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首发场景建议：营运车队、物流园区、矿区、港口、两客一危等 RSU/MEC 可控场景。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789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C6770"/>
                </a:solidFill>
                <a:latin typeface="Microsoft YaHei"/>
              </a:rPr>
              <a:t>这样更容易先把“实时撤销 + 低开销 + 追责”三件事一起跑通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47104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225DA8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73152"/>
          </a:xfrm>
          <a:prstGeom prst="rect">
            <a:avLst/>
          </a:prstGeom>
          <a:solidFill>
            <a:srgbClr val="225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2D4E"/>
                </a:solidFill>
                <a:latin typeface="Microsoft YaHei"/>
              </a:rPr>
              <a:t>12. 风险、边界与最终结论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17320"/>
            <a:ext cx="1074420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风险 1：如果 RSU/MEC 覆盖不足，实时撤销效果会退化，需要短期证书自然过期兜底。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风险 2：如果把 AI 检测直接绑定封禁动作，会出现“误报即封车”的治理风险。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风险 3：如果日志设计不当，追责链会反过来变成长期轨迹监控系统。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最终结论：可以做，而且方向正确；推荐算法栈应优先选择 ECC 主线，而不是沿用 RSA 主线。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789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C6770"/>
                </a:solidFill>
                <a:latin typeface="Microsoft YaHei"/>
              </a:rPr>
              <a:t>推荐优先级：先证书与撤销，再追责闭环，最后再引入 AI/区块链增强层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47104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225DA8"/>
                </a:solidFill>
                <a:latin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1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73152"/>
          </a:xfrm>
          <a:prstGeom prst="rect">
            <a:avLst/>
          </a:prstGeom>
          <a:solidFill>
            <a:srgbClr val="1D7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2D4E"/>
                </a:solidFill>
                <a:latin typeface="Microsoft YaHei"/>
              </a:rPr>
              <a:t>参考资料（真实可核验）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17320"/>
            <a:ext cx="1074420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1) BSI TR-03164 Part 1: Guidance for C-ITS, Part 1: Operation of a Public Key Infrastructure for C-ITS, v1.0.0, 2021.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2) BSI TR-03164 Part 2: Guidance for C-ITS, Part 2: Special Requirements for C-ITS Stations, v1.0.0, 2021.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3) Vanetza Security README: ETSI C-ITS security module status and missing revocation/enrolment capabilities.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4) Tim Weil, VPKI Hits the Highway – Secure Communication for the US DOT Connected Vehicle Pilot Program, 2017.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5) Andrea Tesei et al., A Transparent Distributed Ledger-based Certificate Revocation Scheme for VANETs, 2020.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6) Mujahid Muhammad, Ghazanfar Ali Safdar, 5G-based V2V broadcast communications: A security perspective, Array, 2021.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7) Pranav K. Singh et al., Blockchain Meets AI for Resilient and Intelligent Internet of Vehicles, 2021.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2000">
                <a:solidFill>
                  <a:srgbClr val="20272D"/>
                </a:solidFill>
                <a:latin typeface="Microsoft YaHei"/>
              </a:rPr>
              <a:t>8) ISO-TC204 ITS cybersecurity overview page: regulations and standards context for OBU/RSU lifecycle security.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789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C6770"/>
                </a:solidFill>
                <a:latin typeface="Microsoft YaHei"/>
              </a:rPr>
              <a:t>源文件：docs/vanet-eati-research-deck.md；演示稿：docs/vanet-eati-research.pptx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47104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225DA8"/>
                </a:solidFill>
                <a:latin typeface="Microsoft YaHe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