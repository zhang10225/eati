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11880" y="1005840"/>
            <a:ext cx="7955279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4E80"/>
                </a:solidFill>
              </a:rPr>
              <a:t>VANET 弱硬件场景下的实时撤销与恶意车辆事后追责调研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154680"/>
            <a:ext cx="7772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把 EATI 的“可信身份 + 可验证执行 + 监管追溯”思路移植到车联网（VANET/C-ITS）</a:t>
            </a:r>
          </a:p>
          <a:p>
            <a:pPr>
              <a:spcAft>
                <a:spcPts val="800"/>
              </a:spcAft>
              <a:defRPr sz="1600">
                <a:solidFill>
                  <a:srgbClr val="263238"/>
                </a:solidFill>
              </a:defRPr>
            </a:pPr>
            <a:r>
              <a:t>适用对象：导师汇报 / 开题讨论 / 方案评审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5074920"/>
            <a:ext cx="4937760" cy="64008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C4E80"/>
                </a:solidFill>
              </a:defRPr>
            </a:pPr>
            <a:r>
              <a:t>关键词：VANET / C-ITS / 撤销 / 追责 / 伪名证书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l"/>
            <a:r>
              <a:rPr sz="2400" b="1">
                <a:solidFill>
                  <a:srgbClr val="FFFFFF"/>
                </a:solidFill>
              </a:rPr>
              <a:t>1. 一页结论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97280"/>
            <a:ext cx="111556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可以迁移，但不能照搬：更适合“车端轻量密码学 + 路侧/后台承担重计算”。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主线方案：短期伪名证书 + ECC 签名 + 分层撤销 + 条件开链追责。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“实时撤销”应理解为秒级到分钟级传播，而不是每条消息在线查黑名单。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“事后追责”应在保护日常匿名性的前提下，由多机构按规则协同开链。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最值得做的创新点：撤销传播优化、证据包组织、条件开链机制。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5897880"/>
            <a:ext cx="10515600" cy="50292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196F3"/>
                </a:solidFill>
              </a:defRPr>
            </a:pPr>
            <a:r>
              <a:t>汇报提示：一句话：车端做轻量，路侧做加速，后台做追责。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l"/>
            <a:r>
              <a:rPr sz="2400" b="1">
                <a:solidFill>
                  <a:srgbClr val="FFFFFF"/>
                </a:solidFill>
              </a:rPr>
              <a:t>2. 为什么 EATI 思路能迁移到 VANET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97280"/>
            <a:ext cx="111556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身份可信：车辆 / RSU / 平台都需要可信凭证。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执行可信：每条 V2X 消息都要能验证“是谁发出的”。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证据可信：恶意广播、假事件、重放攻击都要保留可校验证据。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监管追溯：既保护日常匿名性，又保留事故后的依法追责能力。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因此迁移的关键，不是照搬概念，而是把 EATI 目标落到 V2X PKI / SCMS / CCMS 体系。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5897880"/>
            <a:ext cx="10515600" cy="50292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196F3"/>
                </a:solidFill>
              </a:defRPr>
            </a:pPr>
            <a:r>
              <a:t>汇报提示：EATI 提供治理目标，VANET 提供行业实现语言。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l"/>
            <a:r>
              <a:rPr sz="2400" b="1">
                <a:solidFill>
                  <a:srgbClr val="FFFFFF"/>
                </a:solidFill>
              </a:rPr>
              <a:t>3. 现有资料显示：主流路线已经比较清晰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97280"/>
            <a:ext cx="111556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V2X 安全消息头、证书格式、信任与隐私管理已有成熟标准。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误行为报告、证书撤销、批量证书生成都已有工程路线。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开源实现已经给出 PKI、Linkage、撤销分发等关键组件雏形。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真正未完全打通的，是“大规模部署下的追责闭环”和“低成本实时撤销”。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5897880"/>
            <a:ext cx="10515600" cy="50292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196F3"/>
                </a:solidFill>
              </a:defRPr>
            </a:pPr>
            <a:r>
              <a:t>汇报提示：这不是“能不能做”的问题，而是“难点放在哪里”的问题。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l"/>
            <a:r>
              <a:rPr sz="2400" b="1">
                <a:solidFill>
                  <a:srgbClr val="FFFFFF"/>
                </a:solidFill>
              </a:rPr>
              <a:t>4. 研究进展判断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97280"/>
            <a:ext cx="111556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成熟：安全消息签名/验签、伪名证书体系、长期/短期身份分层。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可工程化：短期证书批量生成、分层 PKI 架构、基础撤销列表机制。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仍有挑战：弱网络条件下的撤销传播效率。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仍有挑战：隐私保护前提下的条件开链与责任认定闭环。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5897880"/>
            <a:ext cx="10515600" cy="50292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196F3"/>
                </a:solidFill>
              </a:defRPr>
            </a:pPr>
            <a:r>
              <a:t>汇报提示：论文创新空间应聚焦“撤销传播 + 可追责闭环”。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l"/>
            <a:r>
              <a:rPr sz="2400" b="1">
                <a:solidFill>
                  <a:srgbClr val="FFFFFF"/>
                </a:solidFill>
              </a:rPr>
              <a:t>5. 弱硬件场景应该优先选什么算法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97280"/>
            <a:ext cx="111556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签名优先 ECC，避免 RSA 在高频广播下带来的证书和签名开销。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哈希采用 SHA-256；国内合规场景可补充 SM3。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对称加密采用 AES-GCM / AES-CCM；国密闭环可补充 SM4。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证书体系采用“长期注册证书 + 短期伪名证书”。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不建议车端直接承载复杂群签名、双线性对或全量在线状态校验。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5897880"/>
            <a:ext cx="10515600" cy="50292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196F3"/>
                </a:solidFill>
              </a:defRPr>
            </a:pPr>
            <a:r>
              <a:t>汇报提示：车端密码学设计原则：够用、轻量、兼容标准生态。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l"/>
            <a:r>
              <a:rPr sz="2400" b="1">
                <a:solidFill>
                  <a:srgbClr val="FFFFFF"/>
                </a:solidFill>
              </a:rPr>
              <a:t>6. 如何做“实时撤销”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97280"/>
            <a:ext cx="111556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目标一：消息验签路径不能被重型撤销查询拖慢。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目标二：恶意车辆一旦确认，应尽快在局部区域失效。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机制组合：短期伪名证书 + 增量撤销列表 + RSU 热更新 + 本地热名单。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可进一步用 Bloom Filter / Cuckoo Filter 做工程压缩优化。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核心思路是“准实时 + 分层传播”，不是“强在线逐条校验”。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5897880"/>
            <a:ext cx="10515600" cy="50292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196F3"/>
                </a:solidFill>
              </a:defRPr>
            </a:pPr>
            <a:r>
              <a:t>汇报提示：定义实时撤销时，要同时考虑传播时延和处理链路阻塞。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l"/>
            <a:r>
              <a:rPr sz="2400" b="1">
                <a:solidFill>
                  <a:srgbClr val="FFFFFF"/>
                </a:solidFill>
              </a:rPr>
              <a:t>7. 如何做“事后追责”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97280"/>
            <a:ext cx="111556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日常通信只使用伪名证书，默认不允许普通观察者持续跟踪。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触发追责时，由 Misbehavior / Registration / Linkage 等机构按规则协同开链。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证据包至少包含：争议消息、签名、证书链、见证消息、时空信息、审计日志。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追责目标不是“任何人都能识别车辆”，而是“出事后可以合法、可验证地认定责任”。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5897880"/>
            <a:ext cx="10515600" cy="50292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196F3"/>
                </a:solidFill>
              </a:defRPr>
            </a:pPr>
            <a:r>
              <a:t>汇报提示：平时匿名，出事后依法联合解开。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l"/>
            <a:r>
              <a:rPr sz="2400" b="1">
                <a:solidFill>
                  <a:srgbClr val="FFFFFF"/>
                </a:solidFill>
              </a:rPr>
              <a:t>8. 面向弱硬件的总体架构建议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97280"/>
            <a:ext cx="111556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车端（OBU）：负责签名、验签、证书轮换、本地热名单查询。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路侧（RSU）：负责热点区域撤销信息加速分发、见证上报、证据汇聚。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后台（VPKI / SCMS / CCMS）：负责注册、授权、撤销、误行为分析、条件开链。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整体原则：把重计算和治理逻辑从车端剥离出来，交给路侧和后台。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5897880"/>
            <a:ext cx="10515600" cy="50292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196F3"/>
                </a:solidFill>
              </a:defRPr>
            </a:pPr>
            <a:r>
              <a:t>汇报提示：这是最符合弱硬件现实约束的分工方式。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l"/>
            <a:r>
              <a:rPr sz="2400" b="1">
                <a:solidFill>
                  <a:srgbClr val="FFFFFF"/>
                </a:solidFill>
              </a:rPr>
              <a:t>9. 为什么这条路线适合作为课题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97280"/>
            <a:ext cx="111556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已有标准和工程原型，具备落地基础，不是空中楼阁。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技术难点真实存在，特别是撤销传播效率与追责闭环。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问题边界可收敛，适合围绕一个关键环节做深入研究。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可重点聚焦：低开销撤销传播、面向追责的证据包模型、条件开链治理。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5897880"/>
            <a:ext cx="10515600" cy="50292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196F3"/>
                </a:solidFill>
              </a:defRPr>
            </a:pPr>
            <a:r>
              <a:t>汇报提示：适合作为“可工程验证”的论文或项目选题。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l"/>
            <a:r>
              <a:rPr sz="2400" b="1">
                <a:solidFill>
                  <a:srgbClr val="FFFFFF"/>
                </a:solidFill>
              </a:rPr>
              <a:t>10. 后续实现路线（路线图）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97280"/>
            <a:ext cx="111556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Phase 1：搭建简化 PKI，完成 V2X 消息签名/验签与本地撤销检查。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Phase 2：引入短期证书优化、增量撤销与 RSU 热更新。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Phase 3：加入误行为报告、证据包格式、后台审计日志与条件开链。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Phase 4：考虑国际曲线 / 国密双栈与产业化接入。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5897880"/>
            <a:ext cx="10515600" cy="50292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196F3"/>
                </a:solidFill>
              </a:defRPr>
            </a:pPr>
            <a:r>
              <a:t>汇报提示：每个阶段都要有能测量的时延、开销和追责可验证结果。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64592"/>
          <a:lstStyle/>
          <a:p>
            <a:pPr algn="l"/>
            <a:r>
              <a:rPr sz="2400" b="1">
                <a:solidFill>
                  <a:srgbClr val="FFFFFF"/>
                </a:solidFill>
              </a:rPr>
              <a:t>11. 建议你在汇报时直接给导师的结论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97280"/>
            <a:ext cx="111556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这个方向可以做，而且值得做。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最合适的路线不是重型匿名密码，而是：ECC + 伪名证书 + 分层撤销 + 条件开链追责。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最有研究价值的切入点是：弱硬件下的撤销传播优化、隐私保护下的恶意车辆追责、证据包标准化。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若需要凝练题目，可围绕“分层撤销”或“条件追责机制”展开。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5897880"/>
            <a:ext cx="10515600" cy="50292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196F3"/>
                </a:solidFill>
              </a:defRPr>
            </a:pPr>
            <a:r>
              <a:t>汇报提示：推荐题目示例：面向弱硬件 VANET 的分层撤销与条件追责机制研究。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